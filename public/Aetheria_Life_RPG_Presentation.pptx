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731520"/>
            <a:ext cx="9997135" cy="539496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188720"/>
            <a:ext cx="8869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22D3EE"/>
                </a:solidFill>
                <a:latin typeface="Consolas"/>
              </a:defRPr>
            </a:pPr>
            <a:r>
              <a:t>TEAM CODECRUX PRESENTS</a:t>
            </a:r>
          </a:p>
          <a:p>
            <a:pPr>
              <a:spcAft>
                <a:spcPts val="1000"/>
              </a:spcAft>
              <a:defRPr sz="4000" b="1">
                <a:solidFill>
                  <a:srgbClr val="F8FAFC"/>
                </a:solidFill>
                <a:latin typeface="Segoe UI"/>
              </a:defRPr>
            </a:pPr>
            <a:r>
              <a:t>AETHERIA // THE 3D LIFE RPG</a:t>
            </a:r>
          </a:p>
          <a:p>
            <a:pPr>
              <a:spcAft>
                <a:spcPts val="2800"/>
              </a:spcAft>
              <a:defRPr sz="1800">
                <a:solidFill>
                  <a:srgbClr val="818CF8"/>
                </a:solidFill>
                <a:latin typeface="Segoe UI"/>
              </a:defRPr>
            </a:pPr>
            <a:r>
              <a:t>Turn Real-World Discipline Into An Immersive 3D Cyber-Fantasy Legend</a:t>
            </a:r>
          </a:p>
          <a:p>
            <a:pPr>
              <a:spcAft>
                <a:spcPts val="3600"/>
              </a:spcAft>
              <a:defRPr sz="1300">
                <a:solidFill>
                  <a:srgbClr val="94A3B8"/>
                </a:solidFill>
                <a:latin typeface="Segoe UI"/>
              </a:defRPr>
            </a:pPr>
            <a:r>
              <a:t>A full-stack, server-authoritative productivity ecosystem with Three.js 3D WebGL hero avatars, kinetic Raid Boss battles, non-linear progression mathematics, and managed PostgreSQL cloud persistence.</a:t>
            </a:r>
          </a:p>
          <a:p>
            <a:pPr>
              <a:defRPr sz="1100" b="1">
                <a:solidFill>
                  <a:srgbClr val="FBBF24"/>
                </a:solidFill>
                <a:latin typeface="Consolas"/>
              </a:defRPr>
            </a:pPr>
            <a:r>
              <a:t>Lead Architect &amp; Engineer: Aryan Singh   |   Team: CodeCrux   |   Stack: Next.js 14 • Three.js • Supabase PostgreSQL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Consolas"/>
              </a:defRPr>
            </a:pPr>
            <a:r>
              <a:t>// THE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The Delayed Gratification Paradox in Productivity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Why traditional habit trackers and checklists fail to sustain human discipline.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Consolas"/>
              </a:defRPr>
            </a:pPr>
            <a:r>
              <a:t>AETHERIA // LIFE RPG  •  TEAM CODECRUX  •  PRESENTED BY ARYAN SINGH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337560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7171"/>
                </a:solidFill>
                <a:latin typeface="Segoe UI"/>
              </a:defRPr>
            </a:pPr>
            <a:r>
              <a:t>1. The Delayed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2971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Reading a 500-page textbook or doing pushups takes months to show tangible results.</a:t>
            </a:r>
            <a:br/>
            <a:br/>
            <a:r>
              <a:t>• The human brain is wired for immediate feedback loops.</a:t>
            </a:r>
            <a:br/>
            <a:br/>
            <a:r>
              <a:t>• When effort produces zero visual change, discipline decays into procrastination.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91640"/>
            <a:ext cx="3337560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828800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BBF24"/>
                </a:solidFill>
                <a:latin typeface="Segoe UI"/>
              </a:defRPr>
            </a:pPr>
            <a:r>
              <a:t>2. Why Gaming Succeeds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286000"/>
            <a:ext cx="2971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Gamers can effortlessly grind 8 hours straight in competitive RPGs without burnout.</a:t>
            </a:r>
            <a:br/>
            <a:br/>
            <a:r>
              <a:t>• Every action triggers instant tactile chimes, XP bars filling up, and visual armor unlocks.</a:t>
            </a:r>
            <a:br/>
            <a:br/>
            <a:r>
              <a:t>• Clear progression milestones provide constant dopamine gratification.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91640"/>
            <a:ext cx="3337560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828800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2D3EE"/>
                </a:solidFill>
                <a:latin typeface="Segoe UI"/>
              </a:defRPr>
            </a:pPr>
            <a:r>
              <a:t>3. The Aetheria Vision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286000"/>
            <a:ext cx="2971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Bridge this psychological gap by embedding real-life productivity into a high-octane 3D RPG.</a:t>
            </a:r>
            <a:br/>
            <a:br/>
            <a:r>
              <a:t>• Checking off tasks strikes active Raid Bosses, levels up 3D WebGL heroes, and unlocks epic armory relics.</a:t>
            </a:r>
            <a:br/>
            <a:br/>
            <a:r>
              <a:t>• Self-improvement ceases to feel like boring administrative homework.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Consolas"/>
              </a:defRPr>
            </a:pPr>
            <a:r>
              <a:t>//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Full-Stack Server-Authoritative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Engineered for zero-client trust, zero data loss, and seamless real-time interactivity.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Consolas"/>
              </a:defRPr>
            </a:pPr>
            <a:r>
              <a:t>AETHERIA // LIFE RPG  •  TEAM CODECRUX  •  PRESENTED BY ARYAN SINGH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10728655" cy="10515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102714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2D3EE"/>
                </a:solidFill>
                <a:latin typeface="Segoe UI"/>
              </a:defRPr>
            </a:pPr>
            <a:r>
              <a:t>Layer 1: Client Experience (Next.js 14 + Three.js)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031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Interactive 3D WebGL procedural rendering, Tailwind CSS responsive layouts, canvas-confetti, and zero-dependency procedural Web Audio synthesis engine.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80360"/>
            <a:ext cx="10728655" cy="10515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2714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818CF8"/>
                </a:solidFill>
                <a:latin typeface="Segoe UI"/>
              </a:defRPr>
            </a:pPr>
            <a:r>
              <a:t>Layer 2: Edge Route Handlers (/api/*)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29184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Server-side anti-cheat verification, JWT session authentication, atomic database transactions (prisma.$transaction), and mathematical progression curves.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69079"/>
            <a:ext cx="10728655" cy="10515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206240"/>
            <a:ext cx="102714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BBF24"/>
                </a:solidFill>
                <a:latin typeface="Segoe UI"/>
              </a:defRPr>
            </a:pPr>
            <a:r>
              <a:t>Layer 3: Prisma ORM Data Modeling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480559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Relational mapping for Users, Quests, Inventory, BossState, and ActivityLogs with foreign key cascades and type-safe schema validation.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257799"/>
            <a:ext cx="10728655" cy="105156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394959"/>
            <a:ext cx="102714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4D399"/>
                </a:solidFill>
                <a:latin typeface="Segoe UI"/>
              </a:defRPr>
            </a:pPr>
            <a:r>
              <a:t>Layer 4: Managed Supabase PostgreSQL Cloud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669279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Hosted on Supabase cloud database with IPv4 PgBouncer transaction pooling. Guaranteed 100% data retention across browser reloads (F5) and cross-device sessions.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Consolas"/>
              </a:defRPr>
            </a:pPr>
            <a:r>
              <a:t>// CORE FEATURE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Interactive 3D WebGL Hero Avatar (Three.js)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Real-time procedural 3D character visualization with dynamic equipment binding.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Consolas"/>
              </a:defRPr>
            </a:pPr>
            <a:r>
              <a:t>AETHERIA // LIFE RPG  •  TEAM CODECRUX  •  PRESENTED BY ARYAN SINGH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212080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2D3EE"/>
                </a:solidFill>
                <a:latin typeface="Segoe UI"/>
              </a:defRPr>
            </a:pPr>
            <a:r>
              <a:t>WebGL 3D Engine 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8600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360-Degree Mouse Drag Orbit: Full rotational freedom to inspect your warrior from any angle.</a:t>
            </a:r>
            <a:br/>
            <a:br/>
            <a:r>
              <a:t>• Procedural Cyber Mesh: Rendered with glowing silver-titanium plates, golden filigree trims, and ambient particle vortex.</a:t>
            </a:r>
            <a:br/>
            <a:br/>
            <a:r>
              <a:t>• Dynamic Gear Binding: Equipping the Cyber Katana, Quantum Hex Shield, or Neon Photon Wings directly attaches 3D meshes to the active model.</a:t>
            </a:r>
            <a:br/>
            <a:br/>
            <a:r>
              <a:t>• Dual View Mode: Seamless 1-click toggle between interactive 3D WebGL and crystal-clear 2D anime card artwork.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1691640"/>
            <a:ext cx="5212080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8288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818CF8"/>
                </a:solidFill>
                <a:latin typeface="Segoe UI"/>
              </a:defRPr>
            </a:pPr>
            <a:r>
              <a:t>Psychological Impact &amp;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28600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Tangible Virtual Identity: The avatar is not a static JPEG; it is a live reflection of your real-world progress.</a:t>
            </a:r>
            <a:br/>
            <a:br/>
            <a:r>
              <a:t>• Micro-Animations: Hovering idle breath loops, holographic mouse parallax tilt, and particle field responsiveness.</a:t>
            </a:r>
            <a:br/>
            <a:br/>
            <a:r>
              <a:t>• Multi-Tier Evolution Track: Characters visibly advance through 5 distinct ranks (Beginner -&gt; Adventurer -&gt; Warrior -&gt; Elite -&gt; Master) as player discipline matures.</a:t>
            </a:r>
            <a:br/>
            <a:br/>
            <a:r>
              <a:t>• Mobile Performance: Hardware-accelerated GPU rasterization maintains a smooth 60 FPS on both mobile and desktop.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Consolas"/>
              </a:defRPr>
            </a:pPr>
            <a:r>
              <a:t>// CORE FEATURE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Full Task CRUD &amp; Non-Linear Progression Math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Server-authoritative task lifecycle with mathematically enforced reward formulas.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Consolas"/>
              </a:defRPr>
            </a:pPr>
            <a:r>
              <a:t>AETHERIA // LIFE RPG  •  TEAM CODECRUX  •  PRESENTED BY ARYAN SINGH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212080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BBF24"/>
                </a:solidFill>
                <a:latin typeface="Segoe UI"/>
              </a:defRPr>
            </a:pPr>
            <a:r>
              <a:t>Task Classification &amp; Full CRUD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8600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3 Task Archetypes:</a:t>
            </a:r>
            <a:br/>
            <a:r>
              <a:t>  - Daily Rituals: Core habits that reset every 24 hours.</a:t>
            </a:r>
            <a:br/>
            <a:r>
              <a:t>  - Repeatable Habits: Flexible multi-instance tasks.</a:t>
            </a:r>
            <a:br/>
            <a:r>
              <a:t>  - One-Time Bounties: High-payout milestone projects.</a:t>
            </a:r>
            <a:br/>
            <a:br/>
            <a:r>
              <a:t>• Complete CRUD Operations:</a:t>
            </a:r>
            <a:br/>
            <a:r>
              <a:t>  - Create with category &amp; attribute filters.</a:t>
            </a:r>
            <a:br/>
            <a:r>
              <a:t>  - Real-time Edit Modal with difficulty modification.</a:t>
            </a:r>
            <a:br/>
            <a:r>
              <a:t>  - Delete with instantaneous state sync.</a:t>
            </a:r>
            <a:br/>
            <a:r>
              <a:t>  - Defensive validation: Empty titles strictly rejected with HTTP 400.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1691640"/>
            <a:ext cx="5212080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8288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2D3EE"/>
                </a:solidFill>
                <a:latin typeface="Segoe UI"/>
              </a:defRPr>
            </a:pPr>
            <a:r>
              <a:t>Progression Formulas &amp; Anti-Cheat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28600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Non-Linear Leveling Curve:</a:t>
            </a:r>
            <a:br/>
            <a:r>
              <a:t>  XP_Required(L) = floor( 400 * (L ^ 1.65) )</a:t>
            </a:r>
            <a:br/>
            <a:r>
              <a:t>  Higher levels demand exponentially greater discipline, preventing rapid level depletion.</a:t>
            </a:r>
            <a:br/>
            <a:br/>
            <a:r>
              <a:t>• Guaranteed Loot Preview:</a:t>
            </a:r>
            <a:br/>
            <a:r>
              <a:t>  Task rewards (XP, Gold, Attribute Point) calculate dynamically based on difficulty tier (Trivial to Heroic).</a:t>
            </a:r>
            <a:br/>
            <a:br/>
            <a:r>
              <a:t>• Zero Client Trust:</a:t>
            </a:r>
            <a:br/>
            <a:r>
              <a:t>  Client only sends quest ID; server verifies completion state, calculates rewards, and logs transactions atomically.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Consolas"/>
              </a:defRPr>
            </a:pPr>
            <a:r>
              <a:t>// CORE FEATURE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Authoritative Streak Protection Shield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Eliminating habit despair by safeguarding momentum against unavoidable real-life emergencies.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Consolas"/>
              </a:defRPr>
            </a:pPr>
            <a:r>
              <a:t>AETHERIA // LIFE RPG  •  TEAM CODECRUX  •  PRESENTED BY ARYAN SINGH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337560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7171"/>
                </a:solidFill>
                <a:latin typeface="Segoe UI"/>
              </a:defRPr>
            </a:pPr>
            <a:r>
              <a:t>1. Missed Day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2971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If a user misses 1 day of login with zero shields, streak resets to 1.</a:t>
            </a:r>
            <a:br/>
            <a:br/>
            <a:r>
              <a:t>• However, if shields &gt; 0, 1 shield is automatically consumed.</a:t>
            </a:r>
            <a:br/>
            <a:br/>
            <a:r>
              <a:t>• The streak is preserved intact, preventing the psychological 'all-or-nothing' abandonment reflex.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91640"/>
            <a:ext cx="3337560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828800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BBF24"/>
                </a:solidFill>
                <a:latin typeface="Segoe UI"/>
              </a:defRPr>
            </a:pPr>
            <a:r>
              <a:t>2. 7-Day Reward 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286000"/>
            <a:ext cx="2971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For every 7 consecutive days of logged activity, the user earns +1 Streak Protection Shield.</a:t>
            </a:r>
            <a:br/>
            <a:br/>
            <a:r>
              <a:t>• Strict Inventory Cap: Shield capacity is mathematically capped at exactly 2 shields (Math.min(2, count)).</a:t>
            </a:r>
            <a:br/>
            <a:br/>
            <a:r>
              <a:t>• Shields can be re-earned after being spent by maintaining subsequent 7-day cycles.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91640"/>
            <a:ext cx="3337560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828800"/>
            <a:ext cx="2880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4D399"/>
                </a:solidFill>
                <a:latin typeface="Segoe UI"/>
              </a:defRPr>
            </a:pPr>
            <a:r>
              <a:t>3. Visual UI Badges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286000"/>
            <a:ext cx="29718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Live header navigation badge: '🛡️ {shields}/2 Shields' with dual glowing slot pips.</a:t>
            </a:r>
            <a:br/>
            <a:br/>
            <a:r>
              <a:t>• Instant notification banners appear when a shield is earned or automatically consumed.</a:t>
            </a:r>
            <a:br/>
            <a:br/>
            <a:r>
              <a:t>• Full audit chronicle logging records shield events in PostgreSQL with timestamps.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Consolas"/>
              </a:defRPr>
            </a:pPr>
            <a:r>
              <a:t>// CORE FEATURE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Raid Boss Arena &amp; Procedural Web Audio Synth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Transforming routine checkmarks into visceral, kinetic combat victories.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Consolas"/>
              </a:defRPr>
            </a:pPr>
            <a:r>
              <a:t>AETHERIA // LIFE RPG  •  TEAM CODECRUX  •  PRESENTED BY ARYAN SINGH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212080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7171"/>
                </a:solidFill>
                <a:latin typeface="Segoe UI"/>
              </a:defRPr>
            </a:pPr>
            <a:r>
              <a:t>Kinetic Boss Raid Arena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8600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Personified Adversary: Procrastination is materialized as 'Malakor the Procrastinator' (Lord of Endless Delay).</a:t>
            </a:r>
            <a:br/>
            <a:br/>
            <a:r>
              <a:t>• Kinetic Damage Conversion: Completing any quest deals direct attack damage to the Boss (85% of XP earned).</a:t>
            </a:r>
            <a:br/>
            <a:br/>
            <a:r>
              <a:t>• Visual Combat Feedback: Floating damage indicators ('-45 HP!') and red aura health bar depletion.</a:t>
            </a:r>
            <a:br/>
            <a:br/>
            <a:r>
              <a:t>• Victory Bounty: Slaying the Boss awards a +150 Coins victory bounty and spawns the next tier Boss with screen-wide fireworks.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1691640"/>
            <a:ext cx="5212080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8288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2D3EE"/>
                </a:solidFill>
                <a:latin typeface="Segoe UI"/>
              </a:defRPr>
            </a:pPr>
            <a:r>
              <a:t>Zero-Dependency Web Audio Synth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28600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Procedural Sound Engine: Zero external MP3/WAV assets; all chimes are synthesized directly via browser Web Audio API oscillators.</a:t>
            </a:r>
            <a:br/>
            <a:br/>
            <a:r>
              <a:t>• 100% Reliable: Eliminates broken audio links, CDN latency, or playback buffering.</a:t>
            </a:r>
            <a:br/>
            <a:br/>
            <a:r>
              <a:t>• Procedural Sound Library:</a:t>
            </a:r>
            <a:br/>
            <a:r>
              <a:t>  - Quest Complete: Dual ascending 8-bit bell chime</a:t>
            </a:r>
            <a:br/>
            <a:r>
              <a:t>  - Coin Pickup: High-frequency coin ping</a:t>
            </a:r>
            <a:br/>
            <a:r>
              <a:t>  - Boss Attack: Heavy filtered strike explosion</a:t>
            </a:r>
            <a:br/>
            <a:r>
              <a:t>  - Level Up: Majestic arpeggiated victory fanfare</a:t>
            </a:r>
            <a:br/>
            <a:br/>
            <a:r>
              <a:t>• Persistent Mute Control: One-click header toggle.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Consolas"/>
              </a:defRPr>
            </a:pPr>
            <a:r>
              <a:t>// CORE FEATURE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20-Hero Character Roster &amp; Evolution Tiers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A diverse, inclusive RPG character roster with multi-tier visual evolution.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Consolas"/>
              </a:defRPr>
            </a:pPr>
            <a:r>
              <a:t>AETHERIA // LIFE RPG  •  TEAM CODECRUX  •  PRESENTED BY ARYAN SINGH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212080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818CF8"/>
                </a:solidFill>
                <a:latin typeface="Segoe UI"/>
              </a:defRPr>
            </a:pPr>
            <a:r>
              <a:t>20 Unique Archetypes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8600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Balanced Roster: 10 male and 10 female heroes with distinct artistic identities and backgrounds.</a:t>
            </a:r>
            <a:br/>
            <a:br/>
            <a:r>
              <a:t>• Character Filtering: Seamless tabs for All (20), Boys (10), Girls (10), Recruited, and Available to Buy.</a:t>
            </a:r>
            <a:br/>
            <a:br/>
            <a:r>
              <a:t>• Archetypes &amp; Specializations: Cyber Samurai, Shadow Assassins, Frostwardens, Chrono Mages, Valkyries, and Colossi.</a:t>
            </a:r>
            <a:br/>
            <a:br/>
            <a:r>
              <a:t>• Hero Perks: Unique passive bonuses per hero (+10 XP per quest, +1 Coin per reward, attribute affinity boosts).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1691640"/>
            <a:ext cx="5212080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8288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BBF24"/>
                </a:solidFill>
                <a:latin typeface="Segoe UI"/>
              </a:defRPr>
            </a:pPr>
            <a:r>
              <a:t>Evolution Ladder &amp; Economy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28600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5 Progression Tiers:</a:t>
            </a:r>
            <a:br/>
            <a:r>
              <a:t>  - Tier I: Beginner (Lv. 1-5)</a:t>
            </a:r>
            <a:br/>
            <a:r>
              <a:t>  - Tier II: Adventurer (Lv. 6-10)</a:t>
            </a:r>
            <a:br/>
            <a:r>
              <a:t>  - Tier III: Warrior (Lv. 11-20)</a:t>
            </a:r>
            <a:br/>
            <a:r>
              <a:t>  - Tier IV: Elite (Lv. 21-30)</a:t>
            </a:r>
            <a:br/>
            <a:r>
              <a:t>  - Tier V: Master (Lv. 31+)</a:t>
            </a:r>
            <a:br/>
            <a:br/>
            <a:r>
              <a:t>• Ascension Economy:</a:t>
            </a:r>
            <a:br/>
            <a:r>
              <a:t>  - Leveling requires both XP and Coins (getRequiredGoldForLevelUp(level)).</a:t>
            </a:r>
            <a:br/>
            <a:r>
              <a:t>  - High-tier characters require earned in-game Coins to recruit, creating a rewarding loop for long-term commitment.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Consolas"/>
              </a:defRPr>
            </a:pPr>
            <a:r>
              <a:t>// CORE FEATURE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Relic Armory &amp; 5D Attribute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Tangible in-game gear economy mapped to five dimensions of real-world capability.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Consolas"/>
              </a:defRPr>
            </a:pPr>
            <a:r>
              <a:t>AETHERIA // LIFE RPG  •  TEAM CODECRUX  •  PRESENTED BY ARYAN SINGH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212080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BBF24"/>
                </a:solidFill>
                <a:latin typeface="Segoe UI"/>
              </a:defRPr>
            </a:pPr>
            <a:r>
              <a:t>Relic Armory Gear 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8600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6 Item Categories: Weapons, Shields, Wings, Helms, Potions, and Badges.</a:t>
            </a:r>
            <a:br/>
            <a:br/>
            <a:r>
              <a:t>• Rarity Ladder: Common -&gt; Rare -&gt; Epic -&gt; Legendary gear with stat modifiers.</a:t>
            </a:r>
            <a:br/>
            <a:br/>
            <a:r>
              <a:t>• Real-Time Equipment: Equipping gear alters 3D avatar meshes and boosts player combat stats.</a:t>
            </a:r>
            <a:br/>
            <a:br/>
            <a:r>
              <a:t>• Server Verification: All shop transactions verify gold balance server-side before granting inventory ownership.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1691640"/>
            <a:ext cx="5212080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8288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2D3EE"/>
                </a:solidFill>
                <a:latin typeface="Segoe UI"/>
              </a:defRPr>
            </a:pPr>
            <a:r>
              <a:t>5-Dimensional Attribute Pentagram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28600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Interactive SVG Radar Chart:</a:t>
            </a:r>
            <a:br/>
            <a:r>
              <a:t>  - ⚔️ Strength (Gym/Fitness -&gt; Multiplies boss strike power)</a:t>
            </a:r>
            <a:br/>
            <a:r>
              <a:t>  - 🧠 Intellect (Coding/Study -&gt; Increases XP gain rate)</a:t>
            </a:r>
            <a:br/>
            <a:r>
              <a:t>  - ⚡ Agility (Chores/Execution -&gt; Multiplies streak loot)</a:t>
            </a:r>
            <a:br/>
            <a:r>
              <a:t>  - 🌿 Vitality (Sleep/Hydration -&gt; Expands HP pool)</a:t>
            </a:r>
            <a:br/>
            <a:r>
              <a:t>  - 🔮 Spirit (Mindfulness/Detox -&gt; Bolsters mental focus)</a:t>
            </a:r>
            <a:br/>
            <a:br/>
            <a:r>
              <a:t>• Unspent Stat Points: Allocated dynamically upon level-up.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Consolas"/>
              </a:defRPr>
            </a:pPr>
            <a:r>
              <a:t>// CORE FEATURE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Adventurer Guild License &amp; User Profile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Personalized identity dossier with customizable names, honor titles, and cloud synchronization.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Consolas"/>
              </a:defRPr>
            </a:pPr>
            <a:r>
              <a:t>AETHERIA // LIFE RPG  •  TEAM CODECRUX  •  PRESENTED BY ARYAN SINGH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212080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2D3EE"/>
                </a:solidFill>
                <a:latin typeface="Segoe UI"/>
              </a:defRPr>
            </a:pPr>
            <a:r>
              <a:t>Editable Hero Character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8600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Identity Customization: Players can change their character hero name at any time from the top navigation bar.</a:t>
            </a:r>
            <a:br/>
            <a:br/>
            <a:r>
              <a:t>• Security &amp; Validation: 2-32 character limits, alphanumeric filtering, and database uniqueness checks.</a:t>
            </a:r>
            <a:br/>
            <a:br/>
            <a:r>
              <a:t>• Seamless Session Refresh: Updates PostgreSQL and automatically re-issues signed JWT session cookies without requiring logout.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1691640"/>
            <a:ext cx="5212080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8288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818CF8"/>
                </a:solidFill>
                <a:latin typeface="Segoe UI"/>
              </a:defRPr>
            </a:pPr>
            <a:r>
              <a:t>Holographic Dossier &amp; Honor Titles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28600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Holographic ID Card: Displays active hero portrait, Guild Rank, Class archetype, Awakened join date, current streak, and combat shields.</a:t>
            </a:r>
            <a:br/>
            <a:br/>
            <a:r>
              <a:t>• Player Honor Titles: Preset selectors (Novice Adventurer, Dungeon Slayer, Aether Grandmaster, Shadow Sovereign) or custom user-written honor titles.</a:t>
            </a:r>
            <a:br/>
            <a:br/>
            <a:r>
              <a:t>• Lifetime Stats Audit: Lifetime completed quests tally, unspent attribute points, and total gold collected.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Consolas"/>
              </a:defRPr>
            </a:pPr>
            <a:r>
              <a:t>// ENGINEERING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Database Persistence &amp; Mobile-First 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Zero-tolerance data integrity and responsive thumb-friendly mobile layouts.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Consolas"/>
              </a:defRPr>
            </a:pPr>
            <a:r>
              <a:t>AETHERIA // LIFE RPG  •  TEAM CODECRUX  •  PRESENTED BY ARYAN SINGH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212080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4D399"/>
                </a:solidFill>
                <a:latin typeface="Segoe UI"/>
              </a:defRPr>
            </a:pPr>
            <a:r>
              <a:t>Supabase PostgreSQL Persistence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8600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Zero Fake Persistence: 100% server-authoritative relational database. Zero reliance on ephemeral localStorage.</a:t>
            </a:r>
            <a:br/>
            <a:br/>
            <a:r>
              <a:t>• PgBouncer Connection Pooling: Supports high-concurrency serverless connections without connection exhaustion.</a:t>
            </a:r>
            <a:br/>
            <a:br/>
            <a:r>
              <a:t>• Hard Refresh (F5) Guarantee: All levels, inventory, streak shields, and completed quest chronicles remain completely persistent.</a:t>
            </a:r>
            <a:br/>
            <a:br/>
            <a:r>
              <a:t>• Cross-Device Synchronization: Secure HTTP-only JWT cookies enable seamless multi-device play.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1691640"/>
            <a:ext cx="5212080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6695" y="1828800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2D3EE"/>
                </a:solidFill>
                <a:latin typeface="Segoe UI"/>
              </a:defRPr>
            </a:pPr>
            <a:r>
              <a:t>Mobile-First UX Overhaul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28600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Single-Line Brand Bar: Cleanly truncated hero badges, preventing awkward multi-line header wrapping on narrow phone screens.</a:t>
            </a:r>
            <a:br/>
            <a:br/>
            <a:r>
              <a:t>• Compact Stat Grid: Tight, readable stat badges for Coins, Streak, and Shields.</a:t>
            </a:r>
            <a:br/>
            <a:br/>
            <a:r>
              <a:t>• Fixed Bottom Mobile Dock: Thumb-accessible bottom navigation dock with glowing active indicators.</a:t>
            </a:r>
            <a:br/>
            <a:br/>
            <a:r>
              <a:t>• Adaptive Flow: On mobile, 'Quests' directly opens the active Boss Arena and task list without scrolling past 1,500px of hero card.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2D3EE"/>
                </a:solidFill>
                <a:latin typeface="Consolas"/>
              </a:defRPr>
            </a:pPr>
            <a:r>
              <a:t>// SUMMARY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Production Deployment &amp; Demonstration Links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Aetheria is live worldwide, fully documented, and ready for immediate evaluation.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Consolas"/>
              </a:defRPr>
            </a:pPr>
            <a:r>
              <a:t>AETHERIA // LIFE RPG  •  TEAM CODECRUX  •  PRESENTED BY ARYAN SINGH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10728655" cy="4389120"/>
          </a:xfrm>
          <a:prstGeom prst="roundRect">
            <a:avLst/>
          </a:prstGeom>
          <a:solidFill>
            <a:srgbClr val="111827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102714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2D3EE"/>
                </a:solidFill>
                <a:latin typeface="Segoe UI"/>
              </a:defRPr>
            </a:pPr>
            <a:r>
              <a:t>Live Evaluation Links &amp; Deliverables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10149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 b="1">
                <a:solidFill>
                  <a:srgbClr val="F8FAFC"/>
                </a:solidFill>
              </a:defRPr>
            </a:pPr>
            <a:r>
              <a:t>🌐 Live Production Web App: https://life-rpg-nine-gules.vercel.app</a:t>
            </a:r>
            <a:br/>
            <a:r>
              <a:t>   -&gt; Instant 1-Click Guest Pass available: Enter immediately as Level 3 hero with preloaded quests &amp; Boss Raid.</a:t>
            </a:r>
          </a:p>
          <a:p>
            <a:pPr>
              <a:spcAft>
                <a:spcPts val="1600"/>
              </a:spcAft>
              <a:defRPr sz="1400" b="1">
                <a:solidFill>
                  <a:srgbClr val="818CF8"/>
                </a:solidFill>
              </a:defRPr>
            </a:pPr>
            <a:r>
              <a:t>🐙 GitHub Repository: https://github.com/aryansingh-2008/life-rpg</a:t>
            </a:r>
            <a:br/>
            <a:r>
              <a:t>   -&gt; 35 granular, chronological commits from aryansingh-2008, 0 build errors, 0 lint warnings.</a:t>
            </a:r>
          </a:p>
          <a:p>
            <a:pPr>
              <a:spcAft>
                <a:spcPts val="2000"/>
              </a:spcAft>
              <a:defRPr sz="1400" b="1">
                <a:solidFill>
                  <a:srgbClr val="FBBF24"/>
                </a:solidFill>
              </a:defRPr>
            </a:pPr>
            <a:r>
              <a:t>🎥 1080p Walkthrough Video: https://life-rpg-nine-gules.vercel.app/aetheria-demo-walkthrough.webm</a:t>
            </a:r>
            <a:br/>
            <a:r>
              <a:t>   -&gt; 1080p Full HD (9.94 MB, 108 seconds, &lt; 100MB limit) with custom cyan cyber cursor.</a:t>
            </a:r>
          </a:p>
          <a:p>
            <a:pPr>
              <a:defRPr sz="1300" b="1">
                <a:solidFill>
                  <a:srgbClr val="34D399"/>
                </a:solidFill>
                <a:latin typeface="Consolas"/>
              </a:defRPr>
            </a:pPr>
            <a:r>
              <a:t>Architected &amp; Developed with Passion by Aryan Singh  •  Team CodeCrux  •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